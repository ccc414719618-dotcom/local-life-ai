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585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QUINN 专业金融分析报告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5854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7931A"/>
                </a:solidFill>
              </a:defRPr>
            </a:pPr>
            <a:r>
              <a:t>BTC $75,020  (+1.58%)  ·  2026-04-20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5854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Quinn 投资研究员  ·  加密货币 &amp; 贵金属 &amp; 全球市场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</a:defRPr>
            </a:pPr>
            <a:r>
              <a:t>📊 市场总览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报告日期: 2026-04-20</a:t>
            </a:r>
          </a:p>
        </p:txBody>
      </p:sp>
      <p:pic>
        <p:nvPicPr>
          <p:cNvPr id="5" name="Picture 4" descr="crypto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042610" cy="1371600"/>
          </a:xfrm>
          <a:prstGeom prst="rect">
            <a:avLst/>
          </a:prstGeom>
        </p:spPr>
      </p:pic>
      <p:pic>
        <p:nvPicPr>
          <p:cNvPr id="6" name="Picture 5" descr="metal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3996266" cy="1097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2103120"/>
            <a:ext cx="45720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rke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6949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</a:defRPr>
            </a:pPr>
            <a:r>
              <a:t>🌍 全球主要指数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美国 · 欧洲 · 亚太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1C1C"/>
                </a:solidFill>
              </a:defRPr>
            </a:pPr>
            <a:r>
              <a:t>  美国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S&amp;P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733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7,093.51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7335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444"/>
                </a:solidFill>
              </a:defRPr>
            </a:pPr>
            <a:r>
              <a:t>▼ -0.46%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2588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NASDAQ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733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24,282.19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444"/>
                </a:solidFill>
              </a:defRPr>
            </a:pPr>
            <a:r>
              <a:t>▼ -0.76%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2588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Dow Jones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6733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49,287.92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9" y="167335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444"/>
                </a:solidFill>
              </a:defRPr>
            </a:pPr>
            <a:r>
              <a:t>▼ -0.32%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1C1C"/>
                </a:solidFill>
              </a:defRPr>
            </a:pPr>
            <a:r>
              <a:t>  欧洲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2900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74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FTSE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7647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10,607.23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7647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444"/>
                </a:solidFill>
              </a:defRPr>
            </a:pPr>
            <a:r>
              <a:t>▼ -0.57%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42900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474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DAX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7647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24,437.27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7647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444"/>
                </a:solidFill>
              </a:defRPr>
            </a:pPr>
            <a:r>
              <a:t>▼ -1.07%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1C1C"/>
                </a:solidFill>
              </a:defRPr>
            </a:pPr>
            <a:r>
              <a:t>  亚太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09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Nikkei 225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58,824.89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01091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A66"/>
                </a:solidFill>
              </a:defRPr>
            </a:pPr>
            <a:r>
              <a:t>▲ +0.60%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66344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709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Hang Seng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26,361.07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1091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A66"/>
                </a:solidFill>
              </a:defRPr>
            </a:pPr>
            <a:r>
              <a:t>▲ +0.77%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4663440"/>
            <a:ext cx="3657600" cy="822960"/>
          </a:xfrm>
          <a:prstGeom prst="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4709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SSE 上证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1C1C"/>
                </a:solidFill>
              </a:defRPr>
            </a:pPr>
            <a:r>
              <a:t>4,082.13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79" y="501091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A66"/>
                </a:solidFill>
              </a:defRPr>
            </a:pPr>
            <a:r>
              <a:t>▲ +0.76%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</a:defRPr>
            </a:pPr>
            <a:r>
              <a:t>📈 BTC 技术分析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趋势: 震荡整理  |  MA5: $75,382.97  MA10: $74,419.39  MA20: $71,951.76</a:t>
            </a:r>
          </a:p>
        </p:txBody>
      </p:sp>
      <p:pic>
        <p:nvPicPr>
          <p:cNvPr id="5" name="Picture 4" descr="btc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914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1C1C"/>
                </a:solidFill>
              </a:defRPr>
            </a:pPr>
            <a:r>
              <a:t>  技术指标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280160"/>
            <a:ext cx="43891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325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CC00"/>
                </a:solidFill>
              </a:defRPr>
            </a:pPr>
            <a:r>
              <a:t>RSI(14):  65.8  —  偏强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65960"/>
            <a:ext cx="43891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A66"/>
                </a:solidFill>
              </a:defRPr>
            </a:pPr>
            <a:r>
              <a:t>MACD: $1621  —  多方动能增强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651760"/>
            <a:ext cx="4389120" cy="82296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6974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44444"/>
                </a:solidFill>
              </a:defRPr>
            </a:pPr>
            <a:r>
              <a:t>布林带: Upper $78,187.56  Middle $71,951.76  Lower $65,715.97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566160"/>
            <a:ext cx="2103120" cy="1188720"/>
          </a:xfrm>
          <a:prstGeom prst="rect">
            <a:avLst/>
          </a:prstGeom>
          <a:solidFill>
            <a:srgbClr val="E8F5E9"/>
          </a:solidFill>
          <a:ln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744"/>
                </a:solidFill>
              </a:defRPr>
            </a:pPr>
            <a:r>
              <a:t>🟢 支撑位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86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$73,856.35 / $75,345.51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566160"/>
            <a:ext cx="2194560" cy="1188720"/>
          </a:xfrm>
          <a:prstGeom prst="rect">
            <a:avLst/>
          </a:prstGeom>
          <a:solidFill>
            <a:srgbClr val="FFEEEE"/>
          </a:solidFill>
          <a:ln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2222"/>
                </a:solidFill>
              </a:defRPr>
            </a:pPr>
            <a:r>
              <a:t>🔴 阻力位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$77,126.88 / $80,000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4846320"/>
            <a:ext cx="4389120" cy="685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8920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A66"/>
                </a:solidFill>
              </a:defRPr>
            </a:pPr>
            <a:r>
              <a:t>信号: 偏多  (看多2/3  看空0/3)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</a:defRPr>
            </a:pPr>
            <a:r>
              <a:t>📰 今日市场新闻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加密货币 · 宏观经济 · 地缘风险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暂无新闻数据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</a:defRPr>
            </a:pPr>
            <a:r>
              <a:t>💼 交易策略 &amp; 风险提示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综合信号: 偏多</a:t>
            </a:r>
          </a:p>
        </p:txBody>
      </p:sp>
      <p:pic>
        <p:nvPicPr>
          <p:cNvPr id="5" name="Picture 4" descr="portfolio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144768" cy="2560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914400"/>
            <a:ext cx="438912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960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744"/>
                </a:solidFill>
              </a:defRPr>
            </a:pPr>
            <a:r>
              <a:t>  信号: 偏多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  进场区域: $75,053</a:t>
            </a:r>
            <a:br/>
            <a:r>
              <a:t>  止损位:   $73,856</a:t>
            </a:r>
            <a:br/>
            <a:r>
              <a:t>  目标位:   $77,127</a:t>
            </a:r>
            <a:br/>
            <a:r>
              <a:t>  仓位建议: 轻仓，不超过20%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585448" cy="1188720"/>
          </a:xfrm>
          <a:prstGeom prst="rect">
            <a:avLst/>
          </a:prstGeom>
          <a:solidFill>
            <a:srgbClr val="FFF3E0"/>
          </a:solidFill>
          <a:ln>
            <a:solidFill>
              <a:srgbClr val="FFB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6600"/>
                </a:solidFill>
              </a:defRPr>
            </a:pPr>
            <a:r>
              <a:t>⚠️ 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69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4400"/>
                </a:solidFill>
              </a:defRPr>
            </a:pPr>
            <a:r>
              <a:t>• 严格止损，不要扛单</a:t>
            </a:r>
            <a:br/>
            <a:r>
              <a:t>• 控制仓位，杠杆不超过5x</a:t>
            </a:r>
            <a:br/>
            <a:r>
              <a:t>• 本报告仅供参考，不构成投资建议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937760"/>
            <a:ext cx="1158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</a:defRPr>
            </a:pPr>
            <a:r>
              <a:t>⚠️ 本报告由 Quinn 投资研究员自动生成，数据来源于 CoinGecko/yFinance/Alternative.me 等公开接口。报告内容仅供参考，不构成任何投资建议。投资有风险，入市需谨慎。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